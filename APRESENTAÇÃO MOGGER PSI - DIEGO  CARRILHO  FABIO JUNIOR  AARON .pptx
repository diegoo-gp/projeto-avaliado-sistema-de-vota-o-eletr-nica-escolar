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 Bold" charset="1" panose="00000800000000000000"/>
      <p:regular r:id="rId17"/>
    </p:embeddedFont>
    <p:embeddedFont>
      <p:font typeface="Helvetica Now Display" charset="1" panose="020B0504030202020204"/>
      <p:regular r:id="rId18"/>
    </p:embeddedFont>
    <p:embeddedFont>
      <p:font typeface="Open Sans" charset="1" panose="020B0606030504020204"/>
      <p:regular r:id="rId19"/>
    </p:embeddedFont>
    <p:embeddedFont>
      <p:font typeface="Canva Sans Bold" charset="1" panose="020B0803030501040103"/>
      <p:regular r:id="rId20"/>
    </p:embeddedFont>
    <p:embeddedFont>
      <p:font typeface="Telegraf" charset="1" panose="00000500000000000000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https://github.com/diegoo-gp/Projeto-Avaliado-Sistema-de-Vota-o-Eletr-nica-Escolar" TargetMode="External" Type="http://schemas.openxmlformats.org/officeDocument/2006/relationships/hyperlink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ithub.com/diegoo-gp/Projeto-Avaliado-Sistema-de-Vota-o-Eletr-nica-Escolar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04110" y="-447655"/>
            <a:ext cx="8973692" cy="2952709"/>
          </a:xfrm>
          <a:custGeom>
            <a:avLst/>
            <a:gdLst/>
            <a:ahLst/>
            <a:cxnLst/>
            <a:rect r="r" b="b" t="t" l="l"/>
            <a:pathLst>
              <a:path h="2952709" w="8973692">
                <a:moveTo>
                  <a:pt x="0" y="0"/>
                </a:moveTo>
                <a:lnTo>
                  <a:pt x="8973692" y="0"/>
                </a:lnTo>
                <a:lnTo>
                  <a:pt x="8973692" y="2952710"/>
                </a:lnTo>
                <a:lnTo>
                  <a:pt x="0" y="29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514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500592" y="-447655"/>
            <a:ext cx="13922401" cy="2952709"/>
          </a:xfrm>
          <a:custGeom>
            <a:avLst/>
            <a:gdLst/>
            <a:ahLst/>
            <a:cxnLst/>
            <a:rect r="r" b="b" t="t" l="l"/>
            <a:pathLst>
              <a:path h="2952709" w="13922401">
                <a:moveTo>
                  <a:pt x="0" y="0"/>
                </a:moveTo>
                <a:lnTo>
                  <a:pt x="13922401" y="0"/>
                </a:lnTo>
                <a:lnTo>
                  <a:pt x="13922401" y="2952710"/>
                </a:lnTo>
                <a:lnTo>
                  <a:pt x="0" y="29527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154023" y="6615160"/>
            <a:ext cx="10524254" cy="5288724"/>
            <a:chOff x="0" y="0"/>
            <a:chExt cx="812800" cy="4084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true" rot="0">
            <a:off x="0" y="9936480"/>
            <a:ext cx="18288000" cy="350520"/>
          </a:xfrm>
          <a:custGeom>
            <a:avLst/>
            <a:gdLst/>
            <a:ahLst/>
            <a:cxnLst/>
            <a:rect r="r" b="b" t="t" l="l"/>
            <a:pathLst>
              <a:path h="350520" w="18288000">
                <a:moveTo>
                  <a:pt x="0" y="350520"/>
                </a:moveTo>
                <a:lnTo>
                  <a:pt x="18288000" y="350520"/>
                </a:lnTo>
                <a:lnTo>
                  <a:pt x="18288000" y="0"/>
                </a:lnTo>
                <a:lnTo>
                  <a:pt x="0" y="0"/>
                </a:lnTo>
                <a:lnTo>
                  <a:pt x="0" y="35052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81945" y="8588889"/>
            <a:ext cx="1270688" cy="410615"/>
            <a:chOff x="0" y="0"/>
            <a:chExt cx="232349" cy="750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2349" cy="75082"/>
            </a:xfrm>
            <a:custGeom>
              <a:avLst/>
              <a:gdLst/>
              <a:ahLst/>
              <a:cxnLst/>
              <a:rect r="r" b="b" t="t" l="l"/>
              <a:pathLst>
                <a:path h="75082" w="232349">
                  <a:moveTo>
                    <a:pt x="0" y="0"/>
                  </a:moveTo>
                  <a:lnTo>
                    <a:pt x="232349" y="0"/>
                  </a:lnTo>
                  <a:lnTo>
                    <a:pt x="232349" y="75082"/>
                  </a:lnTo>
                  <a:lnTo>
                    <a:pt x="0" y="75082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32349" cy="11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2210494"/>
            <a:ext cx="15448955" cy="3376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152"/>
              </a:lnSpc>
            </a:pPr>
            <a:r>
              <a:rPr lang="en-US" b="true" sz="13968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  <a:hlinkClick r:id="rId6" tooltip="https://github.com/diegoo-gp/Projeto-Avaliado-Sistema-de-Vota-o-Eletr-nica-Escolar"/>
              </a:rPr>
              <a:t>SISTEMA DE VOTAÇÃO 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525542" y="9559952"/>
            <a:ext cx="10524254" cy="5288724"/>
            <a:chOff x="0" y="0"/>
            <a:chExt cx="812800" cy="4084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ln w="43815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020045" y="9936480"/>
            <a:ext cx="6267955" cy="350520"/>
            <a:chOff x="0" y="0"/>
            <a:chExt cx="2025653" cy="113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5653" cy="113280"/>
            </a:xfrm>
            <a:custGeom>
              <a:avLst/>
              <a:gdLst/>
              <a:ahLst/>
              <a:cxnLst/>
              <a:rect r="r" b="b" t="t" l="l"/>
              <a:pathLst>
                <a:path h="113280" w="2025653">
                  <a:moveTo>
                    <a:pt x="0" y="0"/>
                  </a:moveTo>
                  <a:lnTo>
                    <a:pt x="2025653" y="0"/>
                  </a:lnTo>
                  <a:lnTo>
                    <a:pt x="2025653" y="113280"/>
                  </a:lnTo>
                  <a:lnTo>
                    <a:pt x="0" y="113280"/>
                  </a:lnTo>
                  <a:close/>
                </a:path>
              </a:pathLst>
            </a:custGeom>
            <a:solidFill>
              <a:srgbClr val="870000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025653" cy="1513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28700" y="5586730"/>
            <a:ext cx="9179322" cy="0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28700" y="8719600"/>
            <a:ext cx="1761524" cy="20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"/>
              </a:lnSpc>
            </a:pPr>
            <a:r>
              <a:rPr lang="en-US" sz="18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Feito Por 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2679798" y="8590111"/>
            <a:ext cx="4085090" cy="410615"/>
            <a:chOff x="0" y="0"/>
            <a:chExt cx="746970" cy="7508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6970" cy="75082"/>
            </a:xfrm>
            <a:custGeom>
              <a:avLst/>
              <a:gdLst/>
              <a:ahLst/>
              <a:cxnLst/>
              <a:rect r="r" b="b" t="t" l="l"/>
              <a:pathLst>
                <a:path h="75082" w="746970">
                  <a:moveTo>
                    <a:pt x="0" y="0"/>
                  </a:moveTo>
                  <a:lnTo>
                    <a:pt x="746970" y="0"/>
                  </a:lnTo>
                  <a:lnTo>
                    <a:pt x="746970" y="75082"/>
                  </a:lnTo>
                  <a:lnTo>
                    <a:pt x="0" y="75082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46970" cy="113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987016" y="2042209"/>
            <a:ext cx="2417595" cy="1718290"/>
          </a:xfrm>
          <a:custGeom>
            <a:avLst/>
            <a:gdLst/>
            <a:ahLst/>
            <a:cxnLst/>
            <a:rect r="r" b="b" t="t" l="l"/>
            <a:pathLst>
              <a:path h="1718290" w="2417595">
                <a:moveTo>
                  <a:pt x="0" y="0"/>
                </a:moveTo>
                <a:lnTo>
                  <a:pt x="2417594" y="0"/>
                </a:lnTo>
                <a:lnTo>
                  <a:pt x="2417594" y="1718290"/>
                </a:lnTo>
                <a:lnTo>
                  <a:pt x="0" y="17182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790224" y="8729980"/>
            <a:ext cx="4381829" cy="208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6"/>
              </a:lnSpc>
            </a:pPr>
            <a:r>
              <a:rPr lang="en-US" sz="1800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Diego |  Carrilho |   Fabio Junior | Aaron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478955" cy="10287000"/>
            <a:chOff x="0" y="0"/>
            <a:chExt cx="668141" cy="10608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8141" cy="1060845"/>
            </a:xfrm>
            <a:custGeom>
              <a:avLst/>
              <a:gdLst/>
              <a:ahLst/>
              <a:cxnLst/>
              <a:rect r="r" b="b" t="t" l="l"/>
              <a:pathLst>
                <a:path h="1060845" w="668141">
                  <a:moveTo>
                    <a:pt x="0" y="0"/>
                  </a:moveTo>
                  <a:lnTo>
                    <a:pt x="668141" y="0"/>
                  </a:lnTo>
                  <a:lnTo>
                    <a:pt x="668141" y="1060845"/>
                  </a:lnTo>
                  <a:lnTo>
                    <a:pt x="0" y="1060845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8141" cy="1098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15420" y="7163306"/>
            <a:ext cx="12598744" cy="6331212"/>
            <a:chOff x="0" y="0"/>
            <a:chExt cx="812800" cy="408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ln w="32385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84691" y="6906131"/>
            <a:ext cx="6035457" cy="3813441"/>
            <a:chOff x="0" y="0"/>
            <a:chExt cx="646452" cy="408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6452" cy="408454"/>
            </a:xfrm>
            <a:custGeom>
              <a:avLst/>
              <a:gdLst/>
              <a:ahLst/>
              <a:cxnLst/>
              <a:rect r="r" b="b" t="t" l="l"/>
              <a:pathLst>
                <a:path h="408454" w="646452">
                  <a:moveTo>
                    <a:pt x="323226" y="0"/>
                  </a:moveTo>
                  <a:lnTo>
                    <a:pt x="646452" y="408454"/>
                  </a:lnTo>
                  <a:lnTo>
                    <a:pt x="0" y="408454"/>
                  </a:lnTo>
                  <a:lnTo>
                    <a:pt x="323226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008" y="151539"/>
              <a:ext cx="444436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888048" y="1782771"/>
            <a:ext cx="119992" cy="338031"/>
            <a:chOff x="0" y="0"/>
            <a:chExt cx="21941" cy="61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888048" y="1591177"/>
            <a:ext cx="7871931" cy="470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Introdução</a:t>
            </a:r>
          </a:p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Fundamentação do Projeto</a:t>
            </a:r>
          </a:p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Estrutura Modular do Projeto</a:t>
            </a:r>
          </a:p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Ferramentas utilizadas</a:t>
            </a:r>
          </a:p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Principais Funções</a:t>
            </a:r>
          </a:p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Projeto</a:t>
            </a:r>
          </a:p>
          <a:p>
            <a:pPr algn="l" marL="821819" indent="-410909" lvl="1">
              <a:lnSpc>
                <a:spcPts val="5329"/>
              </a:lnSpc>
              <a:buFont typeface="Arial"/>
              <a:buChar char="•"/>
            </a:pPr>
            <a:r>
              <a:rPr lang="en-US" b="true" sz="380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Conclusão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658" y="3159685"/>
            <a:ext cx="7458588" cy="198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2"/>
              </a:lnSpc>
            </a:pPr>
            <a:r>
              <a:rPr lang="en-US" b="true" sz="8244">
                <a:solidFill>
                  <a:srgbClr val="F9F9F9"/>
                </a:solidFill>
                <a:latin typeface="Telegraf Bold"/>
                <a:ea typeface="Telegraf Bold"/>
                <a:cs typeface="Telegraf Bold"/>
                <a:sym typeface="Telegraf Bold"/>
                <a:hlinkClick r:id="rId2" tooltip="https://github.com/diegoo-gp/Projeto-Avaliado-Sistema-de-Vota-o-Eletr-nica-Escolar"/>
              </a:rPr>
              <a:t>TEMAS A ABORDAR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01492" y="9972146"/>
            <a:ext cx="9835861" cy="1014158"/>
            <a:chOff x="0" y="0"/>
            <a:chExt cx="2863398" cy="2952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3398" cy="295240"/>
            </a:xfrm>
            <a:custGeom>
              <a:avLst/>
              <a:gdLst/>
              <a:ahLst/>
              <a:cxnLst/>
              <a:rect r="r" b="b" t="t" l="l"/>
              <a:pathLst>
                <a:path h="295240" w="2863398">
                  <a:moveTo>
                    <a:pt x="203200" y="0"/>
                  </a:moveTo>
                  <a:lnTo>
                    <a:pt x="2863398" y="0"/>
                  </a:lnTo>
                  <a:lnTo>
                    <a:pt x="2660198" y="295240"/>
                  </a:lnTo>
                  <a:lnTo>
                    <a:pt x="0" y="29524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2660198" cy="3333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66713" y="978346"/>
            <a:ext cx="7977287" cy="145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01"/>
              </a:lnSpc>
            </a:pPr>
            <a:r>
              <a:rPr lang="en-US" sz="9455" spc="378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Introdução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1652" y="2603426"/>
            <a:ext cx="16784209" cy="3969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</a:pPr>
            <a:r>
              <a:rPr lang="en-US" sz="2849" spc="113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Este projeto consiste no desenvolvimento de um sistema de votação eletrónica para ser utilizado nas escolas do concelho.</a:t>
            </a:r>
          </a:p>
          <a:p>
            <a:pPr algn="l">
              <a:lnSpc>
                <a:spcPts val="3989"/>
              </a:lnSpc>
            </a:pPr>
          </a:p>
          <a:p>
            <a:pPr algn="l">
              <a:lnSpc>
                <a:spcPts val="3989"/>
              </a:lnSpc>
            </a:pPr>
            <a:r>
              <a:rPr lang="en-US" sz="2849" spc="113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 sistema foi desenvolvido em JS e funcionará através do VS Code</a:t>
            </a:r>
          </a:p>
          <a:p>
            <a:pPr algn="l">
              <a:lnSpc>
                <a:spcPts val="3989"/>
              </a:lnSpc>
            </a:pPr>
          </a:p>
          <a:p>
            <a:pPr algn="l">
              <a:lnSpc>
                <a:spcPts val="3989"/>
              </a:lnSpc>
            </a:pPr>
            <a:r>
              <a:rPr lang="en-US" sz="2849" spc="113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 principal objetivo do projeto é criar um programa , organizado e fácil de manter, separando corretamente as diferentes partes do sistema.</a:t>
            </a:r>
          </a:p>
          <a:p>
            <a:pPr algn="l">
              <a:lnSpc>
                <a:spcPts val="398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645175" y="2651051"/>
            <a:ext cx="119992" cy="338031"/>
            <a:chOff x="0" y="0"/>
            <a:chExt cx="21941" cy="618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0">
            <a:off x="0" y="0"/>
            <a:ext cx="18288000" cy="350520"/>
          </a:xfrm>
          <a:custGeom>
            <a:avLst/>
            <a:gdLst/>
            <a:ahLst/>
            <a:cxnLst/>
            <a:rect r="r" b="b" t="t" l="l"/>
            <a:pathLst>
              <a:path h="350520" w="18288000">
                <a:moveTo>
                  <a:pt x="0" y="350520"/>
                </a:moveTo>
                <a:lnTo>
                  <a:pt x="18288000" y="350520"/>
                </a:lnTo>
                <a:lnTo>
                  <a:pt x="18288000" y="0"/>
                </a:lnTo>
                <a:lnTo>
                  <a:pt x="0" y="0"/>
                </a:lnTo>
                <a:lnTo>
                  <a:pt x="0" y="3505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07149" y="9515061"/>
            <a:ext cx="2936312" cy="3057308"/>
            <a:chOff x="0" y="0"/>
            <a:chExt cx="670856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0856" cy="698500"/>
            </a:xfrm>
            <a:custGeom>
              <a:avLst/>
              <a:gdLst/>
              <a:ahLst/>
              <a:cxnLst/>
              <a:rect r="r" b="b" t="t" l="l"/>
              <a:pathLst>
                <a:path h="698500" w="670856">
                  <a:moveTo>
                    <a:pt x="670856" y="349250"/>
                  </a:moveTo>
                  <a:lnTo>
                    <a:pt x="46765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67656" y="0"/>
                  </a:lnTo>
                  <a:lnTo>
                    <a:pt x="670856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44225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3539769" y="8373731"/>
            <a:ext cx="6784966" cy="5095407"/>
            <a:chOff x="0" y="0"/>
            <a:chExt cx="930112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30112" cy="698500"/>
            </a:xfrm>
            <a:custGeom>
              <a:avLst/>
              <a:gdLst/>
              <a:ahLst/>
              <a:cxnLst/>
              <a:rect r="r" b="b" t="t" l="l"/>
              <a:pathLst>
                <a:path h="698500" w="930112">
                  <a:moveTo>
                    <a:pt x="930112" y="349250"/>
                  </a:moveTo>
                  <a:lnTo>
                    <a:pt x="7269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912" y="0"/>
                  </a:lnTo>
                  <a:lnTo>
                    <a:pt x="930112" y="349250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701512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1395386">
            <a:off x="-251182" y="9022818"/>
            <a:ext cx="719092" cy="1898656"/>
          </a:xfrm>
          <a:custGeom>
            <a:avLst/>
            <a:gdLst/>
            <a:ahLst/>
            <a:cxnLst/>
            <a:rect r="r" b="b" t="t" l="l"/>
            <a:pathLst>
              <a:path h="1898656" w="719092">
                <a:moveTo>
                  <a:pt x="0" y="0"/>
                </a:moveTo>
                <a:lnTo>
                  <a:pt x="719092" y="0"/>
                </a:lnTo>
                <a:lnTo>
                  <a:pt x="719092" y="1898656"/>
                </a:lnTo>
                <a:lnTo>
                  <a:pt x="0" y="1898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2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15950426" y="473080"/>
            <a:ext cx="719092" cy="1898656"/>
          </a:xfrm>
          <a:custGeom>
            <a:avLst/>
            <a:gdLst/>
            <a:ahLst/>
            <a:cxnLst/>
            <a:rect r="r" b="b" t="t" l="l"/>
            <a:pathLst>
              <a:path h="1898656" w="719092">
                <a:moveTo>
                  <a:pt x="0" y="0"/>
                </a:moveTo>
                <a:lnTo>
                  <a:pt x="719092" y="0"/>
                </a:lnTo>
                <a:lnTo>
                  <a:pt x="719092" y="1898656"/>
                </a:lnTo>
                <a:lnTo>
                  <a:pt x="0" y="1898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1395386">
            <a:off x="345625" y="8287197"/>
            <a:ext cx="719092" cy="1898656"/>
          </a:xfrm>
          <a:custGeom>
            <a:avLst/>
            <a:gdLst/>
            <a:ahLst/>
            <a:cxnLst/>
            <a:rect r="r" b="b" t="t" l="l"/>
            <a:pathLst>
              <a:path h="1898656" w="719092">
                <a:moveTo>
                  <a:pt x="0" y="0"/>
                </a:moveTo>
                <a:lnTo>
                  <a:pt x="719092" y="0"/>
                </a:lnTo>
                <a:lnTo>
                  <a:pt x="719092" y="1898655"/>
                </a:lnTo>
                <a:lnTo>
                  <a:pt x="0" y="1898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395386">
            <a:off x="-465503" y="6410245"/>
            <a:ext cx="719092" cy="1898656"/>
          </a:xfrm>
          <a:custGeom>
            <a:avLst/>
            <a:gdLst/>
            <a:ahLst/>
            <a:cxnLst/>
            <a:rect r="r" b="b" t="t" l="l"/>
            <a:pathLst>
              <a:path h="1898656" w="719092">
                <a:moveTo>
                  <a:pt x="0" y="0"/>
                </a:moveTo>
                <a:lnTo>
                  <a:pt x="719092" y="0"/>
                </a:lnTo>
                <a:lnTo>
                  <a:pt x="719092" y="1898656"/>
                </a:lnTo>
                <a:lnTo>
                  <a:pt x="0" y="18986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1395386">
            <a:off x="1159160" y="10192841"/>
            <a:ext cx="719092" cy="1898656"/>
          </a:xfrm>
          <a:custGeom>
            <a:avLst/>
            <a:gdLst/>
            <a:ahLst/>
            <a:cxnLst/>
            <a:rect r="r" b="b" t="t" l="l"/>
            <a:pathLst>
              <a:path h="1898656" w="719092">
                <a:moveTo>
                  <a:pt x="0" y="0"/>
                </a:moveTo>
                <a:lnTo>
                  <a:pt x="719092" y="0"/>
                </a:lnTo>
                <a:lnTo>
                  <a:pt x="719092" y="1898655"/>
                </a:lnTo>
                <a:lnTo>
                  <a:pt x="0" y="1898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909219" y="-1223703"/>
            <a:ext cx="5639932" cy="4889778"/>
            <a:chOff x="0" y="0"/>
            <a:chExt cx="805659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3462141" y="8473611"/>
            <a:ext cx="21060462" cy="2290325"/>
          </a:xfrm>
          <a:custGeom>
            <a:avLst/>
            <a:gdLst/>
            <a:ahLst/>
            <a:cxnLst/>
            <a:rect r="r" b="b" t="t" l="l"/>
            <a:pathLst>
              <a:path h="2290325" w="21060462">
                <a:moveTo>
                  <a:pt x="0" y="0"/>
                </a:moveTo>
                <a:lnTo>
                  <a:pt x="21060462" y="0"/>
                </a:lnTo>
                <a:lnTo>
                  <a:pt x="21060462" y="2290325"/>
                </a:lnTo>
                <a:lnTo>
                  <a:pt x="0" y="22903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956868" y="-1522938"/>
            <a:ext cx="14421253" cy="2936609"/>
            <a:chOff x="0" y="0"/>
            <a:chExt cx="3430230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30230" cy="698500"/>
            </a:xfrm>
            <a:custGeom>
              <a:avLst/>
              <a:gdLst/>
              <a:ahLst/>
              <a:cxnLst/>
              <a:rect r="r" b="b" t="t" l="l"/>
              <a:pathLst>
                <a:path h="698500" w="3430230">
                  <a:moveTo>
                    <a:pt x="3430230" y="349250"/>
                  </a:moveTo>
                  <a:lnTo>
                    <a:pt x="322703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227030" y="0"/>
                  </a:lnTo>
                  <a:lnTo>
                    <a:pt x="3430230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320163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80922" y="-251731"/>
            <a:ext cx="7032481" cy="901736"/>
            <a:chOff x="0" y="0"/>
            <a:chExt cx="2726337" cy="34958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26337" cy="349583"/>
            </a:xfrm>
            <a:custGeom>
              <a:avLst/>
              <a:gdLst/>
              <a:ahLst/>
              <a:cxnLst/>
              <a:rect r="r" b="b" t="t" l="l"/>
              <a:pathLst>
                <a:path h="349583" w="2726337">
                  <a:moveTo>
                    <a:pt x="2523137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2726337" y="349583"/>
                  </a:lnTo>
                  <a:lnTo>
                    <a:pt x="2523137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38100"/>
              <a:ext cx="2523137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27412" y="-54633"/>
            <a:ext cx="1048293" cy="901736"/>
            <a:chOff x="0" y="0"/>
            <a:chExt cx="406400" cy="3495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349583"/>
            </a:xfrm>
            <a:custGeom>
              <a:avLst/>
              <a:gdLst/>
              <a:ahLst/>
              <a:cxnLst/>
              <a:rect r="r" b="b" t="t" l="l"/>
              <a:pathLst>
                <a:path h="34958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406400" y="34958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203200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18042" y="3666075"/>
            <a:ext cx="4574285" cy="2975814"/>
            <a:chOff x="0" y="0"/>
            <a:chExt cx="6099047" cy="3967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5837" cy="731649"/>
            </a:xfrm>
            <a:custGeom>
              <a:avLst/>
              <a:gdLst/>
              <a:ahLst/>
              <a:cxnLst/>
              <a:rect r="r" b="b" t="t" l="l"/>
              <a:pathLst>
                <a:path h="731649" w="845837">
                  <a:moveTo>
                    <a:pt x="0" y="0"/>
                  </a:moveTo>
                  <a:lnTo>
                    <a:pt x="845837" y="0"/>
                  </a:lnTo>
                  <a:lnTo>
                    <a:pt x="845837" y="731649"/>
                  </a:lnTo>
                  <a:lnTo>
                    <a:pt x="0" y="7316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1006148" y="5271"/>
              <a:ext cx="5092898" cy="39624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34"/>
                </a:lnSpc>
                <a:spcBef>
                  <a:spcPct val="0"/>
                </a:spcBef>
              </a:pP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 - </a:t>
              </a: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voting-system/</a:t>
              </a:r>
            </a:p>
            <a:p>
              <a:pPr algn="l">
                <a:lnSpc>
                  <a:spcPts val="3934"/>
                </a:lnSpc>
                <a:spcBef>
                  <a:spcPct val="0"/>
                </a:spcBef>
              </a:pP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├── candidate.js</a:t>
              </a:r>
            </a:p>
            <a:p>
              <a:pPr algn="l">
                <a:lnSpc>
                  <a:spcPts val="3934"/>
                </a:lnSpc>
                <a:spcBef>
                  <a:spcPct val="0"/>
                </a:spcBef>
              </a:pP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├── voteManager.js</a:t>
              </a:r>
            </a:p>
            <a:p>
              <a:pPr algn="l">
                <a:lnSpc>
                  <a:spcPts val="3934"/>
                </a:lnSpc>
                <a:spcBef>
                  <a:spcPct val="0"/>
                </a:spcBef>
              </a:pP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├── results.js</a:t>
              </a:r>
            </a:p>
            <a:p>
              <a:pPr algn="l">
                <a:lnSpc>
                  <a:spcPts val="3934"/>
                </a:lnSpc>
                <a:spcBef>
                  <a:spcPct val="0"/>
                </a:spcBef>
              </a:pP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├── validation.js</a:t>
              </a:r>
            </a:p>
            <a:p>
              <a:pPr algn="l">
                <a:lnSpc>
                  <a:spcPts val="3934"/>
                </a:lnSpc>
                <a:spcBef>
                  <a:spcPct val="0"/>
                </a:spcBef>
              </a:pPr>
              <a:r>
                <a:rPr lang="en-US" b="true" sz="2810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└── app.js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9942" y="1781480"/>
            <a:ext cx="14053172" cy="110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0"/>
              </a:lnSpc>
            </a:pPr>
            <a:r>
              <a:rPr lang="en-US" sz="8426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Estrutura Modular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5097" y="4091897"/>
            <a:ext cx="11446719" cy="182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 estrutura do projeto é organizada em diferentes arquivos para separar as responsabilidades e facilitar a manutenção do código.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01280" y="4206197"/>
            <a:ext cx="119992" cy="338031"/>
            <a:chOff x="0" y="0"/>
            <a:chExt cx="21941" cy="618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9493" y="-2898577"/>
            <a:ext cx="6152965" cy="6868905"/>
            <a:chOff x="0" y="0"/>
            <a:chExt cx="625696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696" cy="698500"/>
            </a:xfrm>
            <a:custGeom>
              <a:avLst/>
              <a:gdLst/>
              <a:ahLst/>
              <a:cxnLst/>
              <a:rect r="r" b="b" t="t" l="l"/>
              <a:pathLst>
                <a:path h="698500" w="625696">
                  <a:moveTo>
                    <a:pt x="625696" y="349250"/>
                  </a:moveTo>
                  <a:lnTo>
                    <a:pt x="42249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422496" y="0"/>
                  </a:lnTo>
                  <a:lnTo>
                    <a:pt x="625696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9709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30825" y="-787235"/>
            <a:ext cx="6172352" cy="1574471"/>
            <a:chOff x="0" y="0"/>
            <a:chExt cx="2738309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38309" cy="698500"/>
            </a:xfrm>
            <a:custGeom>
              <a:avLst/>
              <a:gdLst/>
              <a:ahLst/>
              <a:cxnLst/>
              <a:rect r="r" b="b" t="t" l="l"/>
              <a:pathLst>
                <a:path h="698500" w="2738309">
                  <a:moveTo>
                    <a:pt x="2738309" y="349250"/>
                  </a:moveTo>
                  <a:lnTo>
                    <a:pt x="253510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535109" y="0"/>
                  </a:lnTo>
                  <a:lnTo>
                    <a:pt x="2738309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250970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51094" y="-6254340"/>
            <a:ext cx="10530378" cy="7908155"/>
            <a:chOff x="0" y="0"/>
            <a:chExt cx="930112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0112" cy="698500"/>
            </a:xfrm>
            <a:custGeom>
              <a:avLst/>
              <a:gdLst/>
              <a:ahLst/>
              <a:cxnLst/>
              <a:rect r="r" b="b" t="t" l="l"/>
              <a:pathLst>
                <a:path h="698500" w="930112">
                  <a:moveTo>
                    <a:pt x="930112" y="349250"/>
                  </a:moveTo>
                  <a:lnTo>
                    <a:pt x="7269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912" y="0"/>
                  </a:lnTo>
                  <a:lnTo>
                    <a:pt x="930112" y="349250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701512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9689521"/>
            <a:ext cx="2753363" cy="195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8"/>
              </a:lnSpc>
            </a:pPr>
            <a:r>
              <a:rPr lang="en-US" sz="1699" spc="67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www.reallygreatsite.com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564457" y="9758501"/>
            <a:ext cx="20934187" cy="1066402"/>
            <a:chOff x="0" y="0"/>
            <a:chExt cx="4449642" cy="2266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449642" cy="226668"/>
            </a:xfrm>
            <a:custGeom>
              <a:avLst/>
              <a:gdLst/>
              <a:ahLst/>
              <a:cxnLst/>
              <a:rect r="r" b="b" t="t" l="l"/>
              <a:pathLst>
                <a:path h="226668" w="4449642">
                  <a:moveTo>
                    <a:pt x="203200" y="0"/>
                  </a:moveTo>
                  <a:lnTo>
                    <a:pt x="4449642" y="0"/>
                  </a:lnTo>
                  <a:lnTo>
                    <a:pt x="4246442" y="226668"/>
                  </a:lnTo>
                  <a:lnTo>
                    <a:pt x="0" y="22666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4246442" cy="2647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8700" y="619185"/>
            <a:ext cx="9183192" cy="225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57"/>
              </a:lnSpc>
            </a:pPr>
            <a:r>
              <a:rPr lang="en-US" sz="7688" spc="307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Fundamentação</a:t>
            </a:r>
          </a:p>
          <a:p>
            <a:pPr algn="l">
              <a:lnSpc>
                <a:spcPts val="8457"/>
              </a:lnSpc>
            </a:pPr>
            <a:r>
              <a:rPr lang="en-US" sz="7688" spc="307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do Projeto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3294890"/>
            <a:ext cx="14555642" cy="1834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65"/>
              </a:lnSpc>
            </a:pPr>
            <a:r>
              <a:rPr lang="en-US" sz="3546" spc="141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Os</a:t>
            </a:r>
            <a:r>
              <a:rPr lang="en-US" sz="3546" spc="141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 sistemas de votação digitais tornam o processo mais rápido, organizado e eficiente. No contexto escolar, facilitam a participação dos alunos e a gestão das eleições.</a:t>
            </a:r>
          </a:p>
        </p:txBody>
      </p:sp>
      <p:grpSp>
        <p:nvGrpSpPr>
          <p:cNvPr name="Group 17" id="17"/>
          <p:cNvGrpSpPr/>
          <p:nvPr/>
        </p:nvGrpSpPr>
        <p:grpSpPr>
          <a:xfrm rot="-10800000">
            <a:off x="1025863" y="9007724"/>
            <a:ext cx="1745556" cy="1501517"/>
            <a:chOff x="0" y="0"/>
            <a:chExt cx="406400" cy="3495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6400" cy="349583"/>
            </a:xfrm>
            <a:custGeom>
              <a:avLst/>
              <a:gdLst/>
              <a:ahLst/>
              <a:cxnLst/>
              <a:rect r="r" b="b" t="t" l="l"/>
              <a:pathLst>
                <a:path h="34958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406400" y="34958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203200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10800000">
            <a:off x="2184549" y="9007743"/>
            <a:ext cx="1745556" cy="1501517"/>
            <a:chOff x="0" y="0"/>
            <a:chExt cx="406400" cy="34958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6400" cy="349583"/>
            </a:xfrm>
            <a:custGeom>
              <a:avLst/>
              <a:gdLst/>
              <a:ahLst/>
              <a:cxnLst/>
              <a:rect r="r" b="b" t="t" l="l"/>
              <a:pathLst>
                <a:path h="349583" w="406400">
                  <a:moveTo>
                    <a:pt x="203200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406400" y="34958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203200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6394303" y="-87688"/>
            <a:ext cx="719092" cy="1898656"/>
          </a:xfrm>
          <a:custGeom>
            <a:avLst/>
            <a:gdLst/>
            <a:ahLst/>
            <a:cxnLst/>
            <a:rect r="r" b="b" t="t" l="l"/>
            <a:pathLst>
              <a:path h="1898656" w="719092">
                <a:moveTo>
                  <a:pt x="0" y="0"/>
                </a:moveTo>
                <a:lnTo>
                  <a:pt x="719092" y="0"/>
                </a:lnTo>
                <a:lnTo>
                  <a:pt x="719092" y="1898656"/>
                </a:lnTo>
                <a:lnTo>
                  <a:pt x="0" y="1898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6913" y="686804"/>
            <a:ext cx="7252609" cy="1792465"/>
            <a:chOff x="0" y="0"/>
            <a:chExt cx="2826246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6246" cy="698500"/>
            </a:xfrm>
            <a:custGeom>
              <a:avLst/>
              <a:gdLst/>
              <a:ahLst/>
              <a:cxnLst/>
              <a:rect r="r" b="b" t="t" l="l"/>
              <a:pathLst>
                <a:path h="698500" w="2826246">
                  <a:moveTo>
                    <a:pt x="2826246" y="349250"/>
                  </a:moveTo>
                  <a:lnTo>
                    <a:pt x="2623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623046" y="0"/>
                  </a:lnTo>
                  <a:lnTo>
                    <a:pt x="2826246" y="349250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259764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97657" y="-1601373"/>
            <a:ext cx="5882404" cy="3731281"/>
            <a:chOff x="0" y="0"/>
            <a:chExt cx="551121" cy="3495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121" cy="349583"/>
            </a:xfrm>
            <a:custGeom>
              <a:avLst/>
              <a:gdLst/>
              <a:ahLst/>
              <a:cxnLst/>
              <a:rect r="r" b="b" t="t" l="l"/>
              <a:pathLst>
                <a:path h="349583" w="551121">
                  <a:moveTo>
                    <a:pt x="347921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551121" y="349583"/>
                  </a:lnTo>
                  <a:lnTo>
                    <a:pt x="347921" y="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347921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02493" y="3680905"/>
            <a:ext cx="815859" cy="701129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136551" y="-3756057"/>
            <a:ext cx="6788947" cy="5885965"/>
            <a:chOff x="0" y="0"/>
            <a:chExt cx="805659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34037" y="-3756057"/>
            <a:ext cx="6788947" cy="5885965"/>
            <a:chOff x="0" y="0"/>
            <a:chExt cx="805659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532293" y="-1601373"/>
            <a:ext cx="6788947" cy="5885965"/>
            <a:chOff x="0" y="0"/>
            <a:chExt cx="805659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ln w="3429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29779" y="-1601373"/>
            <a:ext cx="6788947" cy="5885965"/>
            <a:chOff x="0" y="0"/>
            <a:chExt cx="805659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ln w="3429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true" rot="0">
            <a:off x="0" y="9936480"/>
            <a:ext cx="18288000" cy="350520"/>
          </a:xfrm>
          <a:custGeom>
            <a:avLst/>
            <a:gdLst/>
            <a:ahLst/>
            <a:cxnLst/>
            <a:rect r="r" b="b" t="t" l="l"/>
            <a:pathLst>
              <a:path h="350520" w="18288000">
                <a:moveTo>
                  <a:pt x="0" y="350520"/>
                </a:moveTo>
                <a:lnTo>
                  <a:pt x="18288000" y="350520"/>
                </a:lnTo>
                <a:lnTo>
                  <a:pt x="18288000" y="0"/>
                </a:lnTo>
                <a:lnTo>
                  <a:pt x="0" y="0"/>
                </a:lnTo>
                <a:lnTo>
                  <a:pt x="0" y="3505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878811" y="-7548191"/>
            <a:ext cx="10530378" cy="7908155"/>
            <a:chOff x="0" y="0"/>
            <a:chExt cx="930112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0112" cy="698500"/>
            </a:xfrm>
            <a:custGeom>
              <a:avLst/>
              <a:gdLst/>
              <a:ahLst/>
              <a:cxnLst/>
              <a:rect r="r" b="b" t="t" l="l"/>
              <a:pathLst>
                <a:path h="698500" w="930112">
                  <a:moveTo>
                    <a:pt x="930112" y="349250"/>
                  </a:moveTo>
                  <a:lnTo>
                    <a:pt x="7269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912" y="0"/>
                  </a:lnTo>
                  <a:lnTo>
                    <a:pt x="930112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701512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02710" y="3544746"/>
            <a:ext cx="815859" cy="701129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92955" y="3454774"/>
            <a:ext cx="815859" cy="701129"/>
            <a:chOff x="0" y="0"/>
            <a:chExt cx="8128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2949245" y="4089787"/>
            <a:ext cx="4266153" cy="2243171"/>
          </a:xfrm>
          <a:custGeom>
            <a:avLst/>
            <a:gdLst/>
            <a:ahLst/>
            <a:cxnLst/>
            <a:rect r="r" b="b" t="t" l="l"/>
            <a:pathLst>
              <a:path h="2243171" w="4266153">
                <a:moveTo>
                  <a:pt x="0" y="0"/>
                </a:moveTo>
                <a:lnTo>
                  <a:pt x="4266153" y="0"/>
                </a:lnTo>
                <a:lnTo>
                  <a:pt x="4266153" y="2243170"/>
                </a:lnTo>
                <a:lnTo>
                  <a:pt x="0" y="2243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361" t="-13219" r="-7957" b="-9099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7963874" y="3837069"/>
            <a:ext cx="2748605" cy="2748605"/>
          </a:xfrm>
          <a:custGeom>
            <a:avLst/>
            <a:gdLst/>
            <a:ahLst/>
            <a:cxnLst/>
            <a:rect r="r" b="b" t="t" l="l"/>
            <a:pathLst>
              <a:path h="2748605" w="2748605">
                <a:moveTo>
                  <a:pt x="0" y="0"/>
                </a:moveTo>
                <a:lnTo>
                  <a:pt x="2748605" y="0"/>
                </a:lnTo>
                <a:lnTo>
                  <a:pt x="2748605" y="2748606"/>
                </a:lnTo>
                <a:lnTo>
                  <a:pt x="0" y="27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2065029" y="3454774"/>
            <a:ext cx="4277438" cy="3513196"/>
          </a:xfrm>
          <a:custGeom>
            <a:avLst/>
            <a:gdLst/>
            <a:ahLst/>
            <a:cxnLst/>
            <a:rect r="r" b="b" t="t" l="l"/>
            <a:pathLst>
              <a:path h="3513196" w="4277438">
                <a:moveTo>
                  <a:pt x="0" y="0"/>
                </a:moveTo>
                <a:lnTo>
                  <a:pt x="4277438" y="0"/>
                </a:lnTo>
                <a:lnTo>
                  <a:pt x="4277438" y="3513196"/>
                </a:lnTo>
                <a:lnTo>
                  <a:pt x="0" y="35131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83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6323492" y="918737"/>
            <a:ext cx="5639451" cy="131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b="true" sz="4483" spc="17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Ferramentas</a:t>
            </a:r>
          </a:p>
          <a:p>
            <a:pPr algn="ctr">
              <a:lnSpc>
                <a:spcPts val="4931"/>
              </a:lnSpc>
            </a:pPr>
            <a:r>
              <a:rPr lang="en-US" b="true" sz="4483" spc="17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Utilizadas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446086" y="3778346"/>
            <a:ext cx="328673" cy="50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344" spc="133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46303" y="3642187"/>
            <a:ext cx="328673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344" spc="133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36548" y="3552215"/>
            <a:ext cx="328673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344" spc="133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AutoShape 41" id="41"/>
          <p:cNvSpPr/>
          <p:nvPr/>
        </p:nvSpPr>
        <p:spPr>
          <a:xfrm>
            <a:off x="3681524" y="6332957"/>
            <a:ext cx="2805049" cy="0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7902710" y="6352007"/>
            <a:ext cx="2805049" cy="0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>
            <a:off x="12471224" y="6371057"/>
            <a:ext cx="2805049" cy="0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6913" y="686804"/>
            <a:ext cx="7252609" cy="1792465"/>
            <a:chOff x="0" y="0"/>
            <a:chExt cx="2826246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26246" cy="698500"/>
            </a:xfrm>
            <a:custGeom>
              <a:avLst/>
              <a:gdLst/>
              <a:ahLst/>
              <a:cxnLst/>
              <a:rect r="r" b="b" t="t" l="l"/>
              <a:pathLst>
                <a:path h="698500" w="2826246">
                  <a:moveTo>
                    <a:pt x="2826246" y="349250"/>
                  </a:moveTo>
                  <a:lnTo>
                    <a:pt x="2623046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623046" y="0"/>
                  </a:lnTo>
                  <a:lnTo>
                    <a:pt x="2826246" y="349250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2597646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997657" y="-1601373"/>
            <a:ext cx="5882404" cy="3731281"/>
            <a:chOff x="0" y="0"/>
            <a:chExt cx="551121" cy="3495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1121" cy="349583"/>
            </a:xfrm>
            <a:custGeom>
              <a:avLst/>
              <a:gdLst/>
              <a:ahLst/>
              <a:cxnLst/>
              <a:rect r="r" b="b" t="t" l="l"/>
              <a:pathLst>
                <a:path h="349583" w="551121">
                  <a:moveTo>
                    <a:pt x="347921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551121" y="349583"/>
                  </a:lnTo>
                  <a:lnTo>
                    <a:pt x="347921" y="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347921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202493" y="3680905"/>
            <a:ext cx="815859" cy="701129"/>
            <a:chOff x="0" y="0"/>
            <a:chExt cx="8128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5136551" y="-3756057"/>
            <a:ext cx="6788947" cy="5885965"/>
            <a:chOff x="0" y="0"/>
            <a:chExt cx="805659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634037" y="-3756057"/>
            <a:ext cx="6788947" cy="5885965"/>
            <a:chOff x="0" y="0"/>
            <a:chExt cx="805659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5532293" y="-1601373"/>
            <a:ext cx="6788947" cy="5885965"/>
            <a:chOff x="0" y="0"/>
            <a:chExt cx="805659" cy="698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ln w="3429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7029779" y="-1601373"/>
            <a:ext cx="6788947" cy="5885965"/>
            <a:chOff x="0" y="0"/>
            <a:chExt cx="805659" cy="698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ln w="3429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true" rot="0">
            <a:off x="0" y="9936480"/>
            <a:ext cx="18288000" cy="350520"/>
          </a:xfrm>
          <a:custGeom>
            <a:avLst/>
            <a:gdLst/>
            <a:ahLst/>
            <a:cxnLst/>
            <a:rect r="r" b="b" t="t" l="l"/>
            <a:pathLst>
              <a:path h="350520" w="18288000">
                <a:moveTo>
                  <a:pt x="0" y="350520"/>
                </a:moveTo>
                <a:lnTo>
                  <a:pt x="18288000" y="350520"/>
                </a:lnTo>
                <a:lnTo>
                  <a:pt x="18288000" y="0"/>
                </a:lnTo>
                <a:lnTo>
                  <a:pt x="0" y="0"/>
                </a:lnTo>
                <a:lnTo>
                  <a:pt x="0" y="3505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3878811" y="-7548191"/>
            <a:ext cx="10530378" cy="7908155"/>
            <a:chOff x="0" y="0"/>
            <a:chExt cx="930112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30112" cy="698500"/>
            </a:xfrm>
            <a:custGeom>
              <a:avLst/>
              <a:gdLst/>
              <a:ahLst/>
              <a:cxnLst/>
              <a:rect r="r" b="b" t="t" l="l"/>
              <a:pathLst>
                <a:path h="698500" w="930112">
                  <a:moveTo>
                    <a:pt x="930112" y="349250"/>
                  </a:moveTo>
                  <a:lnTo>
                    <a:pt x="7269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912" y="0"/>
                  </a:lnTo>
                  <a:lnTo>
                    <a:pt x="930112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701512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02710" y="3544746"/>
            <a:ext cx="815859" cy="701129"/>
            <a:chOff x="0" y="0"/>
            <a:chExt cx="812800" cy="698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92955" y="3454774"/>
            <a:ext cx="815859" cy="701129"/>
            <a:chOff x="0" y="0"/>
            <a:chExt cx="812800" cy="698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3934771" y="6301709"/>
            <a:ext cx="2551801" cy="31248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7902710" y="6352007"/>
            <a:ext cx="2805049" cy="0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12471224" y="6371057"/>
            <a:ext cx="2805049" cy="0"/>
          </a:xfrm>
          <a:prstGeom prst="line">
            <a:avLst/>
          </a:prstGeom>
          <a:ln cap="flat" w="38100">
            <a:solidFill>
              <a:srgbClr val="C6373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4286581" y="4155903"/>
            <a:ext cx="1863173" cy="1863173"/>
          </a:xfrm>
          <a:custGeom>
            <a:avLst/>
            <a:gdLst/>
            <a:ahLst/>
            <a:cxnLst/>
            <a:rect r="r" b="b" t="t" l="l"/>
            <a:pathLst>
              <a:path h="1863173" w="1863173">
                <a:moveTo>
                  <a:pt x="0" y="0"/>
                </a:moveTo>
                <a:lnTo>
                  <a:pt x="1863173" y="0"/>
                </a:lnTo>
                <a:lnTo>
                  <a:pt x="1863173" y="1863173"/>
                </a:lnTo>
                <a:lnTo>
                  <a:pt x="0" y="1863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086929" y="3923732"/>
            <a:ext cx="2377977" cy="2377977"/>
          </a:xfrm>
          <a:custGeom>
            <a:avLst/>
            <a:gdLst/>
            <a:ahLst/>
            <a:cxnLst/>
            <a:rect r="r" b="b" t="t" l="l"/>
            <a:pathLst>
              <a:path h="2377977" w="2377977">
                <a:moveTo>
                  <a:pt x="0" y="0"/>
                </a:moveTo>
                <a:lnTo>
                  <a:pt x="2377977" y="0"/>
                </a:lnTo>
                <a:lnTo>
                  <a:pt x="2377977" y="2377977"/>
                </a:lnTo>
                <a:lnTo>
                  <a:pt x="0" y="23779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50826" y="3130279"/>
            <a:ext cx="4035886" cy="4035886"/>
          </a:xfrm>
          <a:custGeom>
            <a:avLst/>
            <a:gdLst/>
            <a:ahLst/>
            <a:cxnLst/>
            <a:rect r="r" b="b" t="t" l="l"/>
            <a:pathLst>
              <a:path h="4035886" w="4035886">
                <a:moveTo>
                  <a:pt x="0" y="0"/>
                </a:moveTo>
                <a:lnTo>
                  <a:pt x="4035886" y="0"/>
                </a:lnTo>
                <a:lnTo>
                  <a:pt x="4035886" y="4035886"/>
                </a:lnTo>
                <a:lnTo>
                  <a:pt x="0" y="40358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6323492" y="918737"/>
            <a:ext cx="5639451" cy="1319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1"/>
              </a:lnSpc>
            </a:pPr>
            <a:r>
              <a:rPr lang="en-US" b="true" sz="4483" spc="17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Ferramentas</a:t>
            </a:r>
          </a:p>
          <a:p>
            <a:pPr algn="ctr">
              <a:lnSpc>
                <a:spcPts val="4931"/>
              </a:lnSpc>
            </a:pPr>
            <a:r>
              <a:rPr lang="en-US" b="true" sz="4483" spc="179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Utilizadas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46086" y="3778346"/>
            <a:ext cx="328673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344" spc="133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4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146303" y="3642187"/>
            <a:ext cx="328673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344" spc="133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036548" y="3552215"/>
            <a:ext cx="328673" cy="506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344" spc="133">
                <a:solidFill>
                  <a:srgbClr val="FFFFFF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546390" y="235534"/>
            <a:ext cx="3736141" cy="10287000"/>
            <a:chOff x="0" y="0"/>
            <a:chExt cx="385289" cy="10608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5289" cy="1060845"/>
            </a:xfrm>
            <a:custGeom>
              <a:avLst/>
              <a:gdLst/>
              <a:ahLst/>
              <a:cxnLst/>
              <a:rect r="r" b="b" t="t" l="l"/>
              <a:pathLst>
                <a:path h="1060845" w="385289">
                  <a:moveTo>
                    <a:pt x="0" y="0"/>
                  </a:moveTo>
                  <a:lnTo>
                    <a:pt x="385289" y="0"/>
                  </a:lnTo>
                  <a:lnTo>
                    <a:pt x="385289" y="1060845"/>
                  </a:lnTo>
                  <a:lnTo>
                    <a:pt x="0" y="1060845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5289" cy="10989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89787" y="7332743"/>
            <a:ext cx="5696085" cy="3813441"/>
            <a:chOff x="0" y="0"/>
            <a:chExt cx="610102" cy="40845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102" cy="408454"/>
            </a:xfrm>
            <a:custGeom>
              <a:avLst/>
              <a:gdLst/>
              <a:ahLst/>
              <a:cxnLst/>
              <a:rect r="r" b="b" t="t" l="l"/>
              <a:pathLst>
                <a:path h="408454" w="610102">
                  <a:moveTo>
                    <a:pt x="305051" y="0"/>
                  </a:moveTo>
                  <a:lnTo>
                    <a:pt x="610102" y="408454"/>
                  </a:lnTo>
                  <a:lnTo>
                    <a:pt x="0" y="408454"/>
                  </a:lnTo>
                  <a:lnTo>
                    <a:pt x="305051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95328" y="151539"/>
              <a:ext cx="419445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50008" y="1679804"/>
            <a:ext cx="14677578" cy="2718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4"/>
              </a:lnSpc>
            </a:pPr>
            <a:r>
              <a:rPr lang="en-US" sz="9295" spc="371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Princ</a:t>
            </a:r>
            <a:r>
              <a:rPr lang="en-US" sz="9295" spc="371" b="tru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ipais Funções</a:t>
            </a:r>
          </a:p>
          <a:p>
            <a:pPr algn="l">
              <a:lnSpc>
                <a:spcPts val="10224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0328214" y="8625434"/>
            <a:ext cx="12598744" cy="5041501"/>
            <a:chOff x="0" y="0"/>
            <a:chExt cx="812800" cy="3252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325249"/>
            </a:xfrm>
            <a:custGeom>
              <a:avLst/>
              <a:gdLst/>
              <a:ahLst/>
              <a:cxnLst/>
              <a:rect r="r" b="b" t="t" l="l"/>
              <a:pathLst>
                <a:path h="325249" w="812800">
                  <a:moveTo>
                    <a:pt x="406400" y="0"/>
                  </a:moveTo>
                  <a:lnTo>
                    <a:pt x="812800" y="325249"/>
                  </a:lnTo>
                  <a:lnTo>
                    <a:pt x="0" y="325249"/>
                  </a:lnTo>
                  <a:lnTo>
                    <a:pt x="406400" y="0"/>
                  </a:lnTo>
                  <a:close/>
                </a:path>
              </a:pathLst>
            </a:custGeom>
            <a:ln w="32385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112909"/>
              <a:ext cx="558800" cy="1891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1563625" y="-1044317"/>
            <a:ext cx="21328148" cy="1653917"/>
            <a:chOff x="0" y="0"/>
            <a:chExt cx="4965616" cy="3850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65616" cy="385065"/>
            </a:xfrm>
            <a:custGeom>
              <a:avLst/>
              <a:gdLst/>
              <a:ahLst/>
              <a:cxnLst/>
              <a:rect r="r" b="b" t="t" l="l"/>
              <a:pathLst>
                <a:path h="385065" w="4965616">
                  <a:moveTo>
                    <a:pt x="4762416" y="0"/>
                  </a:moveTo>
                  <a:lnTo>
                    <a:pt x="0" y="0"/>
                  </a:lnTo>
                  <a:lnTo>
                    <a:pt x="203200" y="385065"/>
                  </a:lnTo>
                  <a:lnTo>
                    <a:pt x="4965616" y="385065"/>
                  </a:lnTo>
                  <a:lnTo>
                    <a:pt x="4762416" y="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38100"/>
              <a:ext cx="4762416" cy="4231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-4083597" y="-1044317"/>
            <a:ext cx="24182826" cy="1501517"/>
            <a:chOff x="0" y="0"/>
            <a:chExt cx="5630242" cy="3495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30242" cy="349583"/>
            </a:xfrm>
            <a:custGeom>
              <a:avLst/>
              <a:gdLst/>
              <a:ahLst/>
              <a:cxnLst/>
              <a:rect r="r" b="b" t="t" l="l"/>
              <a:pathLst>
                <a:path h="349583" w="5630242">
                  <a:moveTo>
                    <a:pt x="5427042" y="0"/>
                  </a:moveTo>
                  <a:lnTo>
                    <a:pt x="0" y="0"/>
                  </a:lnTo>
                  <a:lnTo>
                    <a:pt x="203200" y="349583"/>
                  </a:lnTo>
                  <a:lnTo>
                    <a:pt x="5630242" y="349583"/>
                  </a:lnTo>
                  <a:lnTo>
                    <a:pt x="5427042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01600" y="-38100"/>
              <a:ext cx="5427042" cy="3876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091322" y="4000140"/>
            <a:ext cx="6667041" cy="3885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criarCan</a:t>
            </a: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didato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incrementarVoto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criarGestorDeVotos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registarVoto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jaVotou</a:t>
            </a:r>
          </a:p>
          <a:p>
            <a:pPr algn="l">
              <a:lnSpc>
                <a:spcPts val="4467"/>
              </a:lnSpc>
            </a:pPr>
          </a:p>
          <a:p>
            <a:pPr algn="l">
              <a:lnSpc>
                <a:spcPts val="4467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999370" y="4000140"/>
            <a:ext cx="6667041" cy="2768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candidatoExiste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stringValida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obterTotalVotos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calcularPercentagens</a:t>
            </a:r>
          </a:p>
          <a:p>
            <a:pPr algn="l" marL="688996" indent="-344498" lvl="1">
              <a:lnSpc>
                <a:spcPts val="4467"/>
              </a:lnSpc>
              <a:buFont typeface="Arial"/>
              <a:buChar char="•"/>
            </a:pPr>
            <a:r>
              <a:rPr lang="en-US" b="true" sz="319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determinarVencedor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782670" y="5969654"/>
            <a:ext cx="7374522" cy="6393654"/>
            <a:chOff x="0" y="0"/>
            <a:chExt cx="805659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4733574" y="7514192"/>
            <a:ext cx="7374522" cy="6393654"/>
            <a:chOff x="0" y="0"/>
            <a:chExt cx="805659" cy="698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ln w="3810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14045767" y="9615632"/>
            <a:ext cx="1745556" cy="1342735"/>
            <a:chOff x="0" y="0"/>
            <a:chExt cx="660400" cy="508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" cy="508000"/>
            </a:xfrm>
            <a:custGeom>
              <a:avLst/>
              <a:gdLst/>
              <a:ahLst/>
              <a:cxnLst/>
              <a:rect r="r" b="b" t="t" l="l"/>
              <a:pathLst>
                <a:path h="508000" w="660400">
                  <a:moveTo>
                    <a:pt x="659130" y="0"/>
                  </a:moveTo>
                  <a:cubicBezTo>
                    <a:pt x="660400" y="5080"/>
                    <a:pt x="660400" y="10160"/>
                    <a:pt x="660400" y="16510"/>
                  </a:cubicBezTo>
                  <a:cubicBezTo>
                    <a:pt x="660400" y="86360"/>
                    <a:pt x="618490" y="148590"/>
                    <a:pt x="557530" y="176530"/>
                  </a:cubicBezTo>
                  <a:cubicBezTo>
                    <a:pt x="618490" y="204470"/>
                    <a:pt x="660400" y="264160"/>
                    <a:pt x="660400" y="336550"/>
                  </a:cubicBezTo>
                  <a:cubicBezTo>
                    <a:pt x="660400" y="434340"/>
                    <a:pt x="584200" y="508000"/>
                    <a:pt x="482600" y="508000"/>
                  </a:cubicBezTo>
                  <a:lnTo>
                    <a:pt x="177800" y="508000"/>
                  </a:lnTo>
                  <a:cubicBezTo>
                    <a:pt x="76200" y="508000"/>
                    <a:pt x="0" y="434340"/>
                    <a:pt x="0" y="336550"/>
                  </a:cubicBezTo>
                  <a:cubicBezTo>
                    <a:pt x="0" y="264160"/>
                    <a:pt x="41910" y="204470"/>
                    <a:pt x="102870" y="176530"/>
                  </a:cubicBezTo>
                  <a:cubicBezTo>
                    <a:pt x="41910" y="148590"/>
                    <a:pt x="0" y="86360"/>
                    <a:pt x="0" y="16510"/>
                  </a:cubicBezTo>
                  <a:cubicBezTo>
                    <a:pt x="0" y="10160"/>
                    <a:pt x="0" y="5080"/>
                    <a:pt x="0" y="0"/>
                  </a:cubicBezTo>
                  <a:lnTo>
                    <a:pt x="659130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7000" y="-38100"/>
              <a:ext cx="406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160345" y="4359647"/>
            <a:ext cx="119992" cy="338031"/>
            <a:chOff x="0" y="0"/>
            <a:chExt cx="21941" cy="618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999370" y="4057290"/>
            <a:ext cx="130281" cy="367016"/>
            <a:chOff x="0" y="0"/>
            <a:chExt cx="21941" cy="618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6926" y="3465365"/>
            <a:ext cx="16622624" cy="40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0"/>
              </a:lnSpc>
            </a:pPr>
            <a:r>
              <a:rPr lang="en-US" sz="26700" spc="1068" b="true">
                <a:solidFill>
                  <a:srgbClr val="000000">
                    <a:alpha val="81961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555411" y="-1052080"/>
            <a:ext cx="2634478" cy="1815053"/>
            <a:chOff x="0" y="0"/>
            <a:chExt cx="1013845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3845" cy="698500"/>
            </a:xfrm>
            <a:custGeom>
              <a:avLst/>
              <a:gdLst/>
              <a:ahLst/>
              <a:cxnLst/>
              <a:rect r="r" b="b" t="t" l="l"/>
              <a:pathLst>
                <a:path h="698500" w="1013845">
                  <a:moveTo>
                    <a:pt x="1013845" y="349250"/>
                  </a:moveTo>
                  <a:lnTo>
                    <a:pt x="81064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810645" y="0"/>
                  </a:lnTo>
                  <a:lnTo>
                    <a:pt x="1013845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78524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028520" y="-669255"/>
            <a:ext cx="6767895" cy="5380483"/>
            <a:chOff x="0" y="0"/>
            <a:chExt cx="878615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8615" cy="698500"/>
            </a:xfrm>
            <a:custGeom>
              <a:avLst/>
              <a:gdLst/>
              <a:ahLst/>
              <a:cxnLst/>
              <a:rect r="r" b="b" t="t" l="l"/>
              <a:pathLst>
                <a:path h="698500" w="878615">
                  <a:moveTo>
                    <a:pt x="878615" y="349250"/>
                  </a:moveTo>
                  <a:lnTo>
                    <a:pt x="67541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75415" y="0"/>
                  </a:lnTo>
                  <a:lnTo>
                    <a:pt x="878615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65001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288631" y="-462466"/>
            <a:ext cx="6247674" cy="4966906"/>
            <a:chOff x="0" y="0"/>
            <a:chExt cx="878615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615" cy="698500"/>
            </a:xfrm>
            <a:custGeom>
              <a:avLst/>
              <a:gdLst/>
              <a:ahLst/>
              <a:cxnLst/>
              <a:rect r="r" b="b" t="t" l="l"/>
              <a:pathLst>
                <a:path h="698500" w="878615">
                  <a:moveTo>
                    <a:pt x="878615" y="349250"/>
                  </a:moveTo>
                  <a:lnTo>
                    <a:pt x="67541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75415" y="0"/>
                  </a:lnTo>
                  <a:lnTo>
                    <a:pt x="878615" y="349250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65001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4696137" y="5216812"/>
            <a:ext cx="7757801" cy="6725954"/>
            <a:chOff x="0" y="0"/>
            <a:chExt cx="805659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4647041" y="7093650"/>
            <a:ext cx="7708705" cy="6393654"/>
            <a:chOff x="0" y="0"/>
            <a:chExt cx="842168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2168" cy="698500"/>
            </a:xfrm>
            <a:custGeom>
              <a:avLst/>
              <a:gdLst/>
              <a:ahLst/>
              <a:cxnLst/>
              <a:rect r="r" b="b" t="t" l="l"/>
              <a:pathLst>
                <a:path h="698500" w="842168">
                  <a:moveTo>
                    <a:pt x="842168" y="349250"/>
                  </a:moveTo>
                  <a:lnTo>
                    <a:pt x="63896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38968" y="0"/>
                  </a:lnTo>
                  <a:lnTo>
                    <a:pt x="842168" y="349250"/>
                  </a:lnTo>
                  <a:close/>
                </a:path>
              </a:pathLst>
            </a:custGeom>
            <a:ln w="3810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38100"/>
              <a:ext cx="613568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630092" y="-1052080"/>
            <a:ext cx="16412759" cy="1815053"/>
            <a:chOff x="0" y="0"/>
            <a:chExt cx="6316241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6242" cy="698500"/>
            </a:xfrm>
            <a:custGeom>
              <a:avLst/>
              <a:gdLst/>
              <a:ahLst/>
              <a:cxnLst/>
              <a:rect r="r" b="b" t="t" l="l"/>
              <a:pathLst>
                <a:path h="698500" w="6316242">
                  <a:moveTo>
                    <a:pt x="6316242" y="349250"/>
                  </a:moveTo>
                  <a:lnTo>
                    <a:pt x="611304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113042" y="0"/>
                  </a:lnTo>
                  <a:lnTo>
                    <a:pt x="6316242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38100"/>
              <a:ext cx="608764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08202"/>
            <a:ext cx="18288000" cy="657808"/>
            <a:chOff x="0" y="0"/>
            <a:chExt cx="1885947" cy="67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85947" cy="67836"/>
            </a:xfrm>
            <a:custGeom>
              <a:avLst/>
              <a:gdLst/>
              <a:ahLst/>
              <a:cxnLst/>
              <a:rect r="r" b="b" t="t" l="l"/>
              <a:pathLst>
                <a:path h="67836" w="1885947">
                  <a:moveTo>
                    <a:pt x="0" y="0"/>
                  </a:moveTo>
                  <a:lnTo>
                    <a:pt x="1885947" y="0"/>
                  </a:lnTo>
                  <a:lnTo>
                    <a:pt x="1885947" y="67836"/>
                  </a:lnTo>
                  <a:lnTo>
                    <a:pt x="0" y="67836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85947" cy="105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978652"/>
            <a:ext cx="18288000" cy="308348"/>
            <a:chOff x="0" y="0"/>
            <a:chExt cx="1885947" cy="317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85947" cy="31798"/>
            </a:xfrm>
            <a:custGeom>
              <a:avLst/>
              <a:gdLst/>
              <a:ahLst/>
              <a:cxnLst/>
              <a:rect r="r" b="b" t="t" l="l"/>
              <a:pathLst>
                <a:path h="31798" w="1885947">
                  <a:moveTo>
                    <a:pt x="0" y="0"/>
                  </a:moveTo>
                  <a:lnTo>
                    <a:pt x="1885947" y="0"/>
                  </a:lnTo>
                  <a:lnTo>
                    <a:pt x="1885947" y="31798"/>
                  </a:lnTo>
                  <a:lnTo>
                    <a:pt x="0" y="31798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885947" cy="698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15661229" y="0"/>
            <a:ext cx="7588527" cy="3813441"/>
            <a:chOff x="0" y="0"/>
            <a:chExt cx="812800" cy="40845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10800000">
            <a:off x="13652249" y="-1044317"/>
            <a:ext cx="6297902" cy="3164867"/>
            <a:chOff x="0" y="0"/>
            <a:chExt cx="812800" cy="4084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33239" y="797162"/>
            <a:ext cx="9217572" cy="132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2"/>
              </a:lnSpc>
            </a:pPr>
            <a:r>
              <a:rPr lang="en-US" b="true" sz="8684" spc="347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Conclusão</a:t>
            </a:r>
          </a:p>
        </p:txBody>
      </p:sp>
      <p:grpSp>
        <p:nvGrpSpPr>
          <p:cNvPr name="Group 15" id="15"/>
          <p:cNvGrpSpPr/>
          <p:nvPr/>
        </p:nvGrpSpPr>
        <p:grpSpPr>
          <a:xfrm rot="-10800000">
            <a:off x="14632355" y="-1706749"/>
            <a:ext cx="10984860" cy="5520191"/>
            <a:chOff x="0" y="0"/>
            <a:chExt cx="812800" cy="4084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ln w="32385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939375" y="2590576"/>
            <a:ext cx="15622791" cy="219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147" spc="125">
                <a:solidFill>
                  <a:srgbClr val="000000"/>
                </a:solidFill>
                <a:latin typeface="Helvetica Now Display"/>
                <a:ea typeface="Helvetica Now Display"/>
                <a:cs typeface="Helvetica Now Display"/>
                <a:sym typeface="Helvetica Now Display"/>
              </a:rPr>
              <a:t>Este projeto permitiu desenvolver um sistema de votação eletrónica em JS que funciona através do VS Code. Durante o desenvolvimento, foi possível aplicar conceitos importantes como organização do código, modularidade e separação de responsabilidades.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73243" y="2600109"/>
            <a:ext cx="119992" cy="338031"/>
            <a:chOff x="0" y="0"/>
            <a:chExt cx="21941" cy="618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  <p:grpSp>
        <p:nvGrpSpPr>
          <p:cNvPr name="Group 23" id="23"/>
          <p:cNvGrpSpPr/>
          <p:nvPr/>
        </p:nvGrpSpPr>
        <p:grpSpPr>
          <a:xfrm rot="-10800000">
            <a:off x="14784755" y="-1554349"/>
            <a:ext cx="10984860" cy="5520191"/>
            <a:chOff x="0" y="0"/>
            <a:chExt cx="812800" cy="4084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ln w="32385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14937155" y="-1401949"/>
            <a:ext cx="10984860" cy="5520191"/>
            <a:chOff x="0" y="0"/>
            <a:chExt cx="812800" cy="40845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ln w="32385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10800000">
            <a:off x="-3340553" y="-1401949"/>
            <a:ext cx="6297902" cy="3164867"/>
            <a:chOff x="0" y="0"/>
            <a:chExt cx="812800" cy="4084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408454"/>
            </a:xfrm>
            <a:custGeom>
              <a:avLst/>
              <a:gdLst/>
              <a:ahLst/>
              <a:cxnLst/>
              <a:rect r="r" b="b" t="t" l="l"/>
              <a:pathLst>
                <a:path h="408454" w="812800">
                  <a:moveTo>
                    <a:pt x="406400" y="0"/>
                  </a:moveTo>
                  <a:lnTo>
                    <a:pt x="812800" y="408454"/>
                  </a:lnTo>
                  <a:lnTo>
                    <a:pt x="0" y="408454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127000" y="151539"/>
              <a:ext cx="558800" cy="2277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7066" y="3507931"/>
            <a:ext cx="7693869" cy="4072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0"/>
              </a:lnSpc>
            </a:pPr>
            <a:r>
              <a:rPr lang="en-US" b="true" sz="26700" spc="1068">
                <a:solidFill>
                  <a:srgbClr val="000000">
                    <a:alpha val="81961"/>
                  </a:srgbClr>
                </a:solidFill>
                <a:latin typeface="Telegraf Bold"/>
                <a:ea typeface="Telegraf Bold"/>
                <a:cs typeface="Telegraf Bold"/>
                <a:sym typeface="Telegraf Bold"/>
              </a:rPr>
              <a:t>FIM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555411" y="-1052080"/>
            <a:ext cx="2634478" cy="1815053"/>
            <a:chOff x="0" y="0"/>
            <a:chExt cx="1013845" cy="6985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3845" cy="698500"/>
            </a:xfrm>
            <a:custGeom>
              <a:avLst/>
              <a:gdLst/>
              <a:ahLst/>
              <a:cxnLst/>
              <a:rect r="r" b="b" t="t" l="l"/>
              <a:pathLst>
                <a:path h="698500" w="1013845">
                  <a:moveTo>
                    <a:pt x="1013845" y="349250"/>
                  </a:moveTo>
                  <a:lnTo>
                    <a:pt x="81064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810645" y="0"/>
                  </a:lnTo>
                  <a:lnTo>
                    <a:pt x="1013845" y="349250"/>
                  </a:lnTo>
                  <a:close/>
                </a:path>
              </a:pathLst>
            </a:custGeom>
            <a:solidFill>
              <a:srgbClr val="D9D9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114300" y="-38100"/>
              <a:ext cx="78524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028520" y="-669255"/>
            <a:ext cx="6767895" cy="5380483"/>
            <a:chOff x="0" y="0"/>
            <a:chExt cx="878615" cy="698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8615" cy="698500"/>
            </a:xfrm>
            <a:custGeom>
              <a:avLst/>
              <a:gdLst/>
              <a:ahLst/>
              <a:cxnLst/>
              <a:rect r="r" b="b" t="t" l="l"/>
              <a:pathLst>
                <a:path h="698500" w="878615">
                  <a:moveTo>
                    <a:pt x="878615" y="349250"/>
                  </a:moveTo>
                  <a:lnTo>
                    <a:pt x="67541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75415" y="0"/>
                  </a:lnTo>
                  <a:lnTo>
                    <a:pt x="878615" y="3492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14300" y="-38100"/>
              <a:ext cx="65001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782666" y="-1067611"/>
            <a:ext cx="5757973" cy="4577594"/>
            <a:chOff x="0" y="0"/>
            <a:chExt cx="878615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8615" cy="698500"/>
            </a:xfrm>
            <a:custGeom>
              <a:avLst/>
              <a:gdLst/>
              <a:ahLst/>
              <a:cxnLst/>
              <a:rect r="r" b="b" t="t" l="l"/>
              <a:pathLst>
                <a:path h="698500" w="878615">
                  <a:moveTo>
                    <a:pt x="878615" y="349250"/>
                  </a:moveTo>
                  <a:lnTo>
                    <a:pt x="67541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75415" y="0"/>
                  </a:lnTo>
                  <a:lnTo>
                    <a:pt x="878615" y="349250"/>
                  </a:lnTo>
                  <a:close/>
                </a:path>
              </a:pathLst>
            </a:custGeom>
            <a:solidFill>
              <a:srgbClr val="C6373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38100"/>
              <a:ext cx="650015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-5181378" y="6713691"/>
            <a:ext cx="7374522" cy="6393654"/>
            <a:chOff x="0" y="0"/>
            <a:chExt cx="805659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4194148" y="7837687"/>
            <a:ext cx="7374522" cy="6393654"/>
            <a:chOff x="0" y="0"/>
            <a:chExt cx="805659" cy="698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5659" cy="698500"/>
            </a:xfrm>
            <a:custGeom>
              <a:avLst/>
              <a:gdLst/>
              <a:ahLst/>
              <a:cxnLst/>
              <a:rect r="r" b="b" t="t" l="l"/>
              <a:pathLst>
                <a:path h="698500" w="805659">
                  <a:moveTo>
                    <a:pt x="805659" y="349250"/>
                  </a:moveTo>
                  <a:lnTo>
                    <a:pt x="60245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2459" y="0"/>
                  </a:lnTo>
                  <a:lnTo>
                    <a:pt x="805659" y="349250"/>
                  </a:lnTo>
                  <a:close/>
                </a:path>
              </a:pathLst>
            </a:custGeom>
            <a:ln w="381000" cap="sq">
              <a:solidFill>
                <a:srgbClr val="87000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114300" y="-38100"/>
              <a:ext cx="57705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-630092" y="-1052080"/>
            <a:ext cx="16412759" cy="1815053"/>
            <a:chOff x="0" y="0"/>
            <a:chExt cx="6316241" cy="698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16242" cy="698500"/>
            </a:xfrm>
            <a:custGeom>
              <a:avLst/>
              <a:gdLst/>
              <a:ahLst/>
              <a:cxnLst/>
              <a:rect r="r" b="b" t="t" l="l"/>
              <a:pathLst>
                <a:path h="698500" w="6316242">
                  <a:moveTo>
                    <a:pt x="6316242" y="349250"/>
                  </a:moveTo>
                  <a:lnTo>
                    <a:pt x="611304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113042" y="0"/>
                  </a:lnTo>
                  <a:lnTo>
                    <a:pt x="6316242" y="349250"/>
                  </a:lnTo>
                  <a:close/>
                </a:path>
              </a:pathLst>
            </a:custGeom>
            <a:solidFill>
              <a:srgbClr val="87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14300" y="-38100"/>
              <a:ext cx="608764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5237070" y="3955279"/>
            <a:ext cx="119992" cy="338031"/>
            <a:chOff x="0" y="0"/>
            <a:chExt cx="21941" cy="618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1" cy="61810"/>
            </a:xfrm>
            <a:custGeom>
              <a:avLst/>
              <a:gdLst/>
              <a:ahLst/>
              <a:cxnLst/>
              <a:rect r="r" b="b" t="t" l="l"/>
              <a:pathLst>
                <a:path h="61810" w="21941">
                  <a:moveTo>
                    <a:pt x="0" y="0"/>
                  </a:moveTo>
                  <a:lnTo>
                    <a:pt x="21941" y="0"/>
                  </a:lnTo>
                  <a:lnTo>
                    <a:pt x="21941" y="61810"/>
                  </a:lnTo>
                  <a:lnTo>
                    <a:pt x="0" y="61810"/>
                  </a:lnTo>
                  <a:close/>
                </a:path>
              </a:pathLst>
            </a:custGeom>
            <a:solidFill>
              <a:srgbClr val="DB101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941" cy="9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DAHCyJ_WId8</dc:identifier>
  <dcterms:modified xsi:type="dcterms:W3CDTF">2011-08-01T06:04:30Z</dcterms:modified>
  <cp:revision>1</cp:revision>
  <dc:title>APRESENTAÇÃO MOGGER PSI - DIEGO / CARRILHO / FABIO JUNIOR / AARON </dc:title>
</cp:coreProperties>
</file>